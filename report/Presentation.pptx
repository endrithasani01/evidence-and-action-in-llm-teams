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7204-6811-9F58-47F4-05D3F552E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7EABF-FB30-57B9-8AFB-2ED594A1F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4EB87-CC80-F361-DCA8-2F4618E7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43B9-3F9B-DDE1-8059-D493F61C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0F839-9098-7BEC-33F4-5A50F1160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5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F2A2E-8027-21CC-36D0-7FCD4A459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001D4-161B-AC49-FDA9-ADB5F949A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D7DD0-9F64-D6B2-FA3F-BBBB0255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B80B5-EF75-F2E0-0902-900169A1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5C3A9-FD0C-57EF-3369-15AA828C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6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B157-F1EF-F869-D177-7CE4EF2A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3B40B-619F-49EB-58BE-E9E8F1C44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2E424-1C0D-DFB9-32C7-163BA3B6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7CD18-776D-06F3-5FD3-6EFCDBB8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52826-198B-A87A-C233-E463CFB9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617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B2F8-C0DE-DF50-8ED4-125925E5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3E1DB-5516-8E30-4F94-D8BBD55732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140CC-9C52-5F33-F5D8-B5B660152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B523C-1B2F-E5D1-A035-C46D1DA7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CFD85-513D-E037-F22E-5F084F9C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FDD94-A76F-EA14-53D9-27A704200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15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5A974-246E-8B88-6E2D-7D1D453F6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D4728-46F8-3DAE-FDCA-F387726DF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AA473-8428-36EA-8C28-183739892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80457-2EB6-CF90-954F-D2E6222D8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4EE3E-B7C9-8A4A-00B2-44DDE2A733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F0E11-B72B-D75D-BD21-E502E732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01478-D840-250F-184A-486C5D70C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BA5A45-BB42-010E-7CA1-767274BF5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76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7EE3C-F8AD-E566-4F7A-64979AC1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04F17-7CD3-F095-2CD8-257EFB28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1BEBE-075C-BD8C-0E33-F09F673A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6FCEB-DB4F-FFE7-F10F-5FEE8C9F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9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40E20A-91BA-CED4-63B9-6AFF3D57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33354-E4EE-7CA0-8192-7678E902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54D11-9ED4-C818-AF12-EDE5EF72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05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CA253-830B-A032-0D8E-D534B5CA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6E740-04AD-E8B3-3A36-4954A513C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26F45-42C4-4878-46CF-055FE850F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041A1-E943-4E69-CAFF-9B89B4F01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206F2-DA96-DF10-E5ED-E78E7758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B7555-F15A-DE7A-2A0D-92AE4B491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8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9D0F-1624-48BD-528D-E4F5B67B4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CF09D-770C-7C42-A348-7AC660A94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BF0F4-9200-44C6-BCA8-5C4924C1A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0F65B-D682-7D51-EF80-BFC73C729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102BA-5E9C-F81A-906A-5C9CDB36E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F75EB-E090-73F8-EF96-3EE9C679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1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E4EF5-5B7C-BF28-F0A5-07E0C1649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021A5-C7B4-7687-076A-7D318F85D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0E5CE-01D5-0F50-6FF5-AF3804C71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412E8-54E2-47D6-F435-AA33C515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7CE65-3D61-AA9A-85EE-BDE8A413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6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A7F2D4-3DF7-4967-6FF4-DF065B138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F0E59-6015-6F27-57E3-67E47C19D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FBC1C-6C15-21DA-0F8B-9FBB7167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FB48C-19B6-1162-4F6A-D47F9606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69FC2-98B6-3352-915A-A4EE72C0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8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B9C4F-BB86-B00A-D4D5-1647CA9C6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FFD15-8CBE-D8C2-C518-D3FA53A6E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73078-C4E8-11B9-1A9A-D93301930D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21EA2-FBC0-42F7-A285-8D81DC61AFC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0973-049C-B79A-C5AC-855EB7E91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D931C-0A41-CEE2-020D-EDFF13061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0DCD0-0CF0-4C63-8F7B-9C89CD37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6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6CBF-9204-938F-EF2A-40EC59D59B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6B9A9-8E8F-E8B3-0219-01C056133B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F4A37F-2F7A-1473-F6D0-413853B3D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646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D037-241C-FCCE-91FF-2589E6F2A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C51E4-CE99-62D3-09F4-7F29C36F7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2D6AE-C3E3-BCE3-E6E4-A5414FA7DF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094E81-6EFE-B393-4789-EE9874EDC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0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FB7B1-CD4D-2724-0C31-BECF84A7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8CA1-7802-0AB5-0EE0-A95FEA33C2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3A1ED-498B-5C4B-A502-3C8FD75B3D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D6205-FEB4-3898-57DC-79B486DC1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2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D0005-3751-1C10-D954-5EFCF0CB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9EC7-6525-DA7E-CC37-CA639ECCC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EEF4C-ECDB-9AB4-D428-410543D097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6E36D-84D4-3847-CC82-06A130D0C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5273C-E087-5BC9-82A2-32DC512BF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7DD2-10DA-9777-4961-04F4C0BD66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53787-2D41-DD0A-646A-C4163E034F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69D95-038B-8C33-CE39-493FECA74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12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3FDD2-6B2C-D4F0-9E36-4531F80D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97345-C75C-2DF1-3F42-14E8EE54D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97E36-B0F8-F26E-2385-8E3C77A418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6DDB7-F979-D90E-DF7B-A22D4F02C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51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655A-4BAB-AAA4-0971-93F8F2EB8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91A8-B7CB-BF19-C706-210F735E7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BDD64-DF8E-DD14-F7A0-46A91A385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72865-BEBA-4782-D9D1-58D5634F2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798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CFC17-3875-423F-596A-14727932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B84C-838B-416E-6AAC-1045EDEC8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1C15-04A8-C898-F383-263D0F688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3FF3B-9A32-0FFD-5AAD-C19599D51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4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9A62-635E-6ECE-476C-6D62DD1DC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F2FF-0D0C-028B-314C-27F7EB3ABD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7696C-1F70-919E-6ACC-F2CD16B66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A4B2D-3391-D165-CC95-66868A910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5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C044-8F6A-9309-055A-4F33AEE9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91893-039C-A3A0-A68A-396C2BA09F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1BF9DF-B083-86A6-0154-45CCB409C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C02488-2F16-B7E5-E91B-6CE9B9449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4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1BD2F-BA12-B639-3F3B-336678DC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32C6-6104-9E77-7035-D3D97B51DA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313A9-1AD9-2301-B061-43BCE6416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B6CD8-A839-46E3-D514-7849A3325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5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51533-3966-BE42-1639-CC4E3FA8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75441-FAAF-F115-5ED8-4456870ADE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BE232-06C3-AD23-BDD9-5E6DE6C5CE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B4A53D-166C-00DE-A0FF-2614CAD30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77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75C8-85EA-526A-087B-650746C8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1CB3-CF39-2AAF-C143-C550C88D5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B1252-9CEC-54F8-C6A4-C4961A355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B1AD5-FB6E-9B5C-85B5-70288E5C0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57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D338-6A52-631E-9C9D-E64149E6A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CFF9D-7AE1-4D3A-3D08-24E88D7A5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202AB-0961-A653-3FAC-276C9D1E92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A21BC-6382-FD0B-199B-EF7451132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64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Endrit Hasani</dc:creator>
  <cp:lastModifiedBy>Endrit Hasani</cp:lastModifiedBy>
  <cp:revision>1</cp:revision>
  <dcterms:created xsi:type="dcterms:W3CDTF">2026-10-18T11:27:10Z</dcterms:created>
  <dcterms:modified xsi:type="dcterms:W3CDTF">2026-10-18T11:39:37Z</dcterms:modified>
</cp:coreProperties>
</file>